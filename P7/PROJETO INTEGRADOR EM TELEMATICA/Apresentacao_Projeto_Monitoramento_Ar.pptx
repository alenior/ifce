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Monitoramento da Qualidade do Ar com IoT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Solução baseada em ESP32, sensores ambientais e app Flutter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Desenvolver uma solução de baixo custo para monitoramento de qualidade do ar.</a:t>
            </a:r>
          </a:p>
          <a:p>
            <a:r>
              <a:t>Utilizar sensores para detectar partículas PM1.0, PM2.5 e PM10.</a:t>
            </a:r>
          </a:p>
          <a:p>
            <a:r>
              <a:t>Enviar dados para Firebase e exibir em aplicativo Flutter (web e Android).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 Principais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ESP32 (Wi-Fi + Bluetooth)</a:t>
            </a:r>
          </a:p>
          <a:p>
            <a:r>
              <a:t>- Sensor PMS7003 (material particulado)</a:t>
            </a:r>
          </a:p>
          <a:p>
            <a:r>
              <a:t>- Módulo GPS NEO-6M (geolocalização)</a:t>
            </a:r>
          </a:p>
          <a:p>
            <a:r>
              <a:t>- Firebase Realtime Database</a:t>
            </a:r>
          </a:p>
          <a:p>
            <a:r>
              <a:t>- App Flutter com Google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Medição em tempo real da qualidade do ar</a:t>
            </a:r>
          </a:p>
          <a:p>
            <a:r>
              <a:t>- Armazenamento em nuvem (Firebase)</a:t>
            </a:r>
          </a:p>
          <a:p>
            <a:r>
              <a:t>- Histórico de medições com localização e horário</a:t>
            </a:r>
          </a:p>
          <a:p>
            <a:r>
              <a:t>- Visualização em mapa com nome do local</a:t>
            </a:r>
          </a:p>
          <a:p>
            <a:r>
              <a:t>- Interface responsiva via Flutter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Protótipo em Funcionamento</a:t>
            </a:r>
          </a:p>
        </p:txBody>
      </p:sp>
      <p:pic>
        <p:nvPicPr>
          <p:cNvPr id="3" name="Picture 2" descr="9be91505-cc33-4708-a4db-48751ce8fa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Autonomia de Energia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Alimentação por bateria recarregável de lítio</a:t>
            </a:r>
          </a:p>
          <a:p>
            <a:r>
              <a:t>- Placa solar para recarga contínua</a:t>
            </a:r>
          </a:p>
          <a:p>
            <a:r>
              <a:t>- Módulo TP4056 (carregador)</a:t>
            </a:r>
          </a:p>
          <a:p>
            <a:r>
              <a:t>- Módulo MT3608 (elevação de tensão)</a:t>
            </a:r>
          </a:p>
          <a:p>
            <a:r>
              <a:t>- Duração estimada: 24h a 48h (dependendo do clima)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 para Produção em Escala (100 unidades)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Custo estimado por unidade: R$ 200,00 (sem desconto)</a:t>
            </a:r>
          </a:p>
          <a:p>
            <a:r>
              <a:t>- Desconto por atacado (~30%): R$ 140,00 por unidade</a:t>
            </a:r>
          </a:p>
          <a:p>
            <a:r>
              <a:t>- Custo total (100 unidades): R$ 14.000,00</a:t>
            </a:r>
          </a:p>
          <a:p>
            <a:r>
              <a:t>- Itens inclusos: sensores, microcontrolador, GPS, fonte, solar, app, integração Firebase</a:t>
            </a:r>
          </a:p>
          <a:p>
            <a:r>
              <a:t>- Potencial de mercado: instituições, prefeituras, escolas, agronegócio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Projeto funcional e em teste com dados reais</a:t>
            </a:r>
          </a:p>
          <a:p>
            <a:r>
              <a:t>- App em constante evolução</a:t>
            </a:r>
          </a:p>
          <a:p>
            <a:r>
              <a:t>- Plataforma escalável e de interesse público</a:t>
            </a:r>
          </a:p>
          <a:p>
            <a:r>
              <a:t>- Baixo custo com potencial de comercialização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