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Monitoramento da Qualidade do 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Protótipo com ESP32, Sensor PMS7003, SIM900 e NEO-6M</a:t>
            </a:r>
          </a:p>
          <a:p>
            <a:r>
              <a:t>Curso de Tecnólogo em Telemática - IFCE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Monitoramento contínuo da qualidade do ar</a:t>
            </a:r>
          </a:p>
          <a:p>
            <a:r>
              <a:t>• Transmissão de dados via rede móvel (SIM900)</a:t>
            </a:r>
          </a:p>
          <a:p>
            <a:r>
              <a:t>• Geolocalização por GPS (NEO-6M)</a:t>
            </a:r>
          </a:p>
          <a:p>
            <a:r>
              <a:t>• Armazenamento e acesso em tempo real via Firebase</a:t>
            </a:r>
          </a:p>
          <a:p>
            <a:r>
              <a:t>• Acesso por aplicativo mobile e interface web</a:t>
            </a:r>
          </a:p>
          <a:p>
            <a:r>
              <a:t>• Alimentação autônoma com energia solar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de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ESP32 (microcontrolador principal)</a:t>
            </a:r>
          </a:p>
          <a:p>
            <a:r>
              <a:t>• Sensor PMS7003 (material particulado PM1.0, PM2.5, PM10)</a:t>
            </a:r>
          </a:p>
          <a:p>
            <a:r>
              <a:t>• Módulo SIM900 (comunicação GPRS)</a:t>
            </a:r>
          </a:p>
          <a:p>
            <a:r>
              <a:t>• Módulo GPS NEO-6M (localização via satélite)</a:t>
            </a:r>
          </a:p>
          <a:p>
            <a:r>
              <a:t>• Painel solar + bateria Li-ion + controlador de carga</a:t>
            </a:r>
          </a:p>
          <a:p>
            <a:r>
              <a:t>• Caixa de proteção resistente à intempérie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Conceitual do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Funcionamento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Sensor PMS7003 coleta dados do ar</a:t>
            </a:r>
          </a:p>
          <a:p>
            <a:r>
              <a:t>2. ESP32 processa dados e obtém localização (NEO-6M)</a:t>
            </a:r>
          </a:p>
          <a:p>
            <a:r>
              <a:t>3. Dados são enviados via rede móvel (SIM900) ao Firebase</a:t>
            </a:r>
          </a:p>
          <a:p>
            <a:r>
              <a:t>4. Aplicativo mobile e site acessam os dados em tempo real</a:t>
            </a:r>
          </a:p>
          <a:p>
            <a:r>
              <a:t>5. Histórico e visualização georreferenciada disponíveis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Visualização Mobile e Web (Mockup Aproximado)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Considerações Finais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Protótipo oferece solução acessível e escalável</a:t>
            </a:r>
          </a:p>
          <a:p>
            <a:r>
              <a:t>• Combina monitoramento ambiental, IoT e energia limpa</a:t>
            </a:r>
          </a:p>
          <a:p>
            <a:r>
              <a:t>• Ideal para áreas urbanas e remotas</a:t>
            </a:r>
          </a:p>
          <a:p>
            <a:r>
              <a:t>• Projeto interdisciplinar que une Telemática, Eletrônica e Sustentabilidade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