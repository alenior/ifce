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 Sociedade do Cansaço – Capítulo 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“O Tédio Profundo”</a:t>
            </a:r>
          </a:p>
          <a:p>
            <a:r>
              <a:t>Byung-Chul Han</a:t>
            </a:r>
          </a:p>
          <a:p>
            <a:r>
              <a:t>📚 Apresentação por [Seu Nome]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Objetivo do Capítulo:</a:t>
            </a:r>
          </a:p>
          <a:p>
            <a:r>
              <a:t>Explorar o papel do tédio na sociedade moderna e sua relação com o excesso de estímulo e produtividade.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Dois Tipos de Tédio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🌀 Tédio Superficial:</a:t>
            </a:r>
          </a:p>
          <a:p>
            <a:r>
              <a:t>- Causado por excesso de estímulos</a:t>
            </a:r>
          </a:p>
          <a:p>
            <a:r>
              <a:t>- Associado à hiperatividade e distração constante</a:t>
            </a:r>
          </a:p>
          <a:p/>
          <a:p>
            <a:r>
              <a:t>🌌 Tédio Profundo:</a:t>
            </a:r>
          </a:p>
          <a:p>
            <a:r>
              <a:t>- Permite contato com o tempo interior</a:t>
            </a:r>
          </a:p>
          <a:p>
            <a:r>
              <a:t>- Abre espaço para reflexão e criatividade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Morte do Tédio Profundo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🚫 Por que não sentimos mais o tédio profundo?</a:t>
            </a:r>
          </a:p>
          <a:p>
            <a:r>
              <a:t>- Excesso de informação e distrações</a:t>
            </a:r>
          </a:p>
          <a:p>
            <a:r>
              <a:t>- Medo do silêncio e da inatividade</a:t>
            </a:r>
          </a:p>
          <a:p>
            <a:r>
              <a:t>- Sociedade orientada à produtividade e desempenho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Consequências da Ausência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📉 O que perdemos:</a:t>
            </a:r>
          </a:p>
          <a:p>
            <a:r>
              <a:t>- Capacidade de contemplação</a:t>
            </a:r>
          </a:p>
          <a:p>
            <a:r>
              <a:t>- Escuta profunda</a:t>
            </a:r>
          </a:p>
          <a:p>
            <a:r>
              <a:t>- Criação de sentido e de novas ideias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 Tédio como Resistência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🔄 Recuperar o tédio profundo é resistir:</a:t>
            </a:r>
          </a:p>
          <a:p>
            <a:r>
              <a:t>- Resistir à ditadura do desempenho</a:t>
            </a:r>
          </a:p>
          <a:p>
            <a:r>
              <a:t>- Retomar o tempo próprio</a:t>
            </a:r>
          </a:p>
          <a:p>
            <a:r>
              <a:t>- Cultivar o ser em vez do fazer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Citação de Impacto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“O tédio profundo é uma pausa temporal plena, que é necessária para que algo realmente novo possa emergir.”</a:t>
            </a:r>
          </a:p>
          <a:p>
            <a:r>
              <a:t>— Byung-Chul Han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📌 O capítulo convida à reflexão sobre a importância do tédio profundo como elemento essencial para uma vida autêntica e criativa.</a:t>
            </a:r>
          </a:p>
          <a:p>
            <a:r>
              <a:t>✨ Em tempos de aceleração, o silêncio e a espera podem ser revolucionários.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Referência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Fonte:</a:t>
            </a:r>
          </a:p>
          <a:p>
            <a:r>
              <a:t>HAN, Byung-Chul. A sociedade do cansaço. Petrópolis: Vozes, 2017.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