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Comparação entre os Padrões de TV Digital: ISDB-T, DVB-T, ATSC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Apresentado por: Equipe Técnica</a:t>
            </a:r>
          </a:p>
          <a:p>
            <a:r>
              <a:t>Data: Julho de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TV Digital: transmissão de sinal audiovisual com alta qualidade.</a:t>
            </a:r>
          </a:p>
          <a:p>
            <a:r>
              <a:t>• Três padrões principais: ISDB-T (Japão), DVB-T (Europa), ATSC (EUA).</a:t>
            </a:r>
          </a:p>
          <a:p>
            <a:r>
              <a:t>• Objetivo: comparar diferenças tecnológicas, geográficas e políticas.</a:t>
            </a:r>
          </a:p>
        </p:txBody>
      </p:sp>
      <p:pic>
        <p:nvPicPr>
          <p:cNvPr id="4" name="Picture 3" descr="evolucao_tv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54864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Visão Geral dos Padrões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ISDB-T: Japão, modulação OFDM, interatividade com Ginga.</a:t>
            </a:r>
          </a:p>
          <a:p>
            <a:r>
              <a:t>DVB-T: Europa, OFDM robusto, interatividade com MHP.</a:t>
            </a:r>
          </a:p>
          <a:p>
            <a:r>
              <a:t>ATSC: EUA/Canadá, modulação 8-VSB, menor suporte à mobilidade.</a:t>
            </a:r>
          </a:p>
          <a:p>
            <a:r>
              <a:t>Ano de criação: ATSC (1996), DVB-T (1997), ISDB-T (2003).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Diferenças Tecnológicas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ISDB-T: OFDM com múltiplos segmentos, ótimo para mobilidade.</a:t>
            </a:r>
          </a:p>
          <a:p>
            <a:r>
              <a:t>• DVB-T: COFDM, eficiente em ambientes urbanos densos.</a:t>
            </a:r>
          </a:p>
          <a:p>
            <a:r>
              <a:t>• ATSC: 8-VSB, boa em condições fixas, sensível à interferência.</a:t>
            </a:r>
          </a:p>
        </p:txBody>
      </p:sp>
      <p:pic>
        <p:nvPicPr>
          <p:cNvPr id="4" name="Picture 3" descr="comparativo_modulaca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54864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Diferenças Tecnológicas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ISDB-T: Middleware Ginga para interatividade.</a:t>
            </a:r>
          </a:p>
          <a:p>
            <a:r>
              <a:t>• DVB-T: Suporte a MHP (Multimedia Home Platform).</a:t>
            </a:r>
          </a:p>
          <a:p>
            <a:r>
              <a:t>• ATSC: Versão 1.0 tem interatividade limitada.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Diferenças Geográficas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ISDB-T: Japão, Brasil, América Latina, África (parcial).</a:t>
            </a:r>
          </a:p>
          <a:p>
            <a:r>
              <a:t>• DVB-T: Europa, África, Oceania e partes da Ásia.</a:t>
            </a:r>
          </a:p>
          <a:p>
            <a:r>
              <a:t>• ATSC: EUA, Canadá, México, Coreia do Sul.</a:t>
            </a:r>
          </a:p>
        </p:txBody>
      </p:sp>
      <p:pic>
        <p:nvPicPr>
          <p:cNvPr id="4" name="Picture 3" descr="mapa_padroes_tv_digit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54864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Diferenças Políticas e Econômicas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ISDB-T: Incentivo do Japão e Brasil na América Latina.</a:t>
            </a:r>
          </a:p>
          <a:p>
            <a:r>
              <a:t>• DVB-T: Adoção incentivada pela União Europeia.</a:t>
            </a:r>
          </a:p>
          <a:p>
            <a:r>
              <a:t>• ATSC: Apoio dos EUA e fabricantes como LG, RCA.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Comparativo Geral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Robustez: ISDB-T e DVB-T altas, ATSC baixa.</a:t>
            </a:r>
          </a:p>
          <a:p>
            <a:r>
              <a:t>Interatividade: ISDB-T &gt; DVB-T &gt; ATSC.</a:t>
            </a:r>
          </a:p>
          <a:p>
            <a:r>
              <a:t>Eficiência espectral: ISDB-T e DVB-T superiores.</a:t>
            </a:r>
          </a:p>
          <a:p>
            <a:r>
              <a:t>Facilidade de implementação: DVB-T e ATSC.</a:t>
            </a:r>
          </a:p>
        </p:txBody>
      </p:sp>
      <p:pic>
        <p:nvPicPr>
          <p:cNvPr id="4" name="Picture 3" descr="tabela_comparativa_padro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54864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 padrão é mais adequado?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ISDB-T: ideal para países com alta mobilidade urbana.</a:t>
            </a:r>
          </a:p>
          <a:p>
            <a:r>
              <a:t>• DVB-T: recomendado para regiões com boa infraestrutura europeia.</a:t>
            </a:r>
          </a:p>
          <a:p>
            <a:r>
              <a:t>• ATSC: mais viável onde já existe infraestrutura compatível.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Conclusões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 escolha do padrão depende do contexto geográfico e político.</a:t>
            </a:r>
          </a:p>
          <a:p>
            <a:r>
              <a:t>• ISDB-T: destaque em mobilidade e interatividade.</a:t>
            </a:r>
          </a:p>
          <a:p>
            <a:r>
              <a:t>• DVB-T: flexível e adotado amplamente.</a:t>
            </a:r>
          </a:p>
          <a:p>
            <a:r>
              <a:t>• ATSC: adequado a cenários fixos, mas menos robusto.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Referências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União Internacional de Telecomunicações (UIT)</a:t>
            </a:r>
          </a:p>
          <a:p>
            <a:r>
              <a:t>• Fórum SBTVD</a:t>
            </a:r>
          </a:p>
          <a:p>
            <a:r>
              <a:t>• DVB Project</a:t>
            </a:r>
          </a:p>
          <a:p>
            <a:r>
              <a:t>• ATSC.org</a:t>
            </a:r>
          </a:p>
          <a:p>
            <a:r>
              <a:t>• Artigos e manuais técnicos diversos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