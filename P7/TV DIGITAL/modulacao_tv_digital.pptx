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Modulação na TV Digital: Princípios, Padrões e Desempenho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Trabalho em grupo — Apresentação oral e relatório escrito</a:t>
            </a:r>
          </a:p>
          <a:p>
            <a:r>
              <a:t>Apresentado por: Bruno Peixoto, José de Alencar e Samuel Bastos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Roteiro da Apresentação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Modulação em Amplitude (AM)</a:t>
            </a:r>
          </a:p>
          <a:p>
            <a:r>
              <a:t>2. Modulação em Quadratura (QAM, QPSK)</a:t>
            </a:r>
          </a:p>
          <a:p>
            <a:r>
              <a:t>3. Modulação Angular (FM, PM)</a:t>
            </a:r>
          </a:p>
          <a:p>
            <a:r>
              <a:t>4. Desempenho das Modulações</a:t>
            </a:r>
          </a:p>
          <a:p>
            <a:r>
              <a:t>5. Modulações em Sistemas Digitais de TV</a:t>
            </a:r>
          </a:p>
          <a:p>
            <a:r>
              <a:t>6. Eficiência Espectral e Robustez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Modulação em Amplitude - 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Definição: Técnica onde a informação modula a amplitude da portadora.</a:t>
            </a:r>
          </a:p>
          <a:p>
            <a:r>
              <a:t>Variedades:</a:t>
            </a:r>
          </a:p>
          <a:p>
            <a:r>
              <a:t>- AM convencional</a:t>
            </a:r>
          </a:p>
          <a:p>
            <a:r>
              <a:t>- AM-VSB (com Banda Vestigial)</a:t>
            </a:r>
          </a:p>
          <a:p>
            <a:r>
              <a:t>- AM-SSB (com Banda Lateral Única)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Uso histórico da AM na TV analógica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PAL-M e NTSC: Uso predominante de AM-VSB para vídeo.</a:t>
            </a:r>
          </a:p>
          <a:p>
            <a:r>
              <a:t>Por que AM-VSB?</a:t>
            </a:r>
          </a:p>
          <a:p>
            <a:r>
              <a:t>- Redução da largura de banda</a:t>
            </a:r>
          </a:p>
          <a:p>
            <a:r>
              <a:t>- Simplicidade na demodulação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Banda Vestigial e Largura de Banda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Banda Vestigial: pequena parte de uma das bandas laterais preservada.</a:t>
            </a:r>
          </a:p>
          <a:p>
            <a:r>
              <a:t>Vantagem: economia de espectro.</a:t>
            </a:r>
          </a:p>
          <a:p>
            <a:r>
              <a:t>Exemplo: NTSC usa cerca de 6 MHz.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Modulação em Quadratura - QAM e QPSK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QAM: Combina duas portadoras em quadratura.</a:t>
            </a:r>
          </a:p>
          <a:p>
            <a:r>
              <a:t>QPSK: Versão simplificada com 4 símbolos.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Uso de QAM e QPSK na TV Digital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ISDB-T: Utiliza QPSK, 16-QAM e 64-QAM.</a:t>
            </a:r>
          </a:p>
          <a:p>
            <a:r>
              <a:t>DVB-T: Similar ao ISDB-T.</a:t>
            </a:r>
          </a:p>
          <a:p>
            <a:r>
              <a:t>Por que? Flexibilidade entre robustez e eficiência espectral.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Vantagens e Vulnerabilidades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Vantagens:</a:t>
            </a:r>
          </a:p>
          <a:p>
            <a:r>
              <a:t>- Maior eficiência espectral (QAM)</a:t>
            </a:r>
          </a:p>
          <a:p>
            <a:r>
              <a:t>- Boa robustez em QPSK</a:t>
            </a:r>
          </a:p>
          <a:p>
            <a:r>
              <a:t>Vulnerabilidades:</a:t>
            </a:r>
          </a:p>
          <a:p>
            <a:r>
              <a:t>- QAM: Sensível a ruído</a:t>
            </a:r>
          </a:p>
          <a:p>
            <a:r>
              <a:t>- Requer receptores sofisticados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Modulação Angular - FM e PM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FM: Variação da frequência da portadora.</a:t>
            </a:r>
          </a:p>
          <a:p>
            <a:r>
              <a:t>PM: Variação da fase da portadora.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Aplicações na TV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Áudio analógico: modulado em FM.</a:t>
            </a:r>
          </a:p>
          <a:p>
            <a:r>
              <a:t>TV Digital: uso de modulações angulares em OFDM.</a:t>
            </a:r>
          </a:p>
          <a:p>
            <a:r>
              <a:t>Regra de Carson: estima largura de banda de FM.</a:t>
            </a:r>
          </a:p>
          <a:p>
            <a:r>
              <a:t>Teorema de Woodward: relação entre largura de banda e fidelidade na PM.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Desempenho das Modulações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Critérios:</a:t>
            </a:r>
          </a:p>
          <a:p>
            <a:r>
              <a:t>- BER (Bit Error Rate)</a:t>
            </a:r>
          </a:p>
          <a:p>
            <a:r>
              <a:t>- SNR (Signal-to-Noise Ratio)</a:t>
            </a:r>
          </a:p>
          <a:p>
            <a:r>
              <a:t>- Ganho de demodulação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Comparação entre esquemas de modulação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AM-VSB: baixa eficiência, média robustez</a:t>
            </a:r>
          </a:p>
          <a:p>
            <a:r>
              <a:t>QPSK: média eficiência, alta robustez</a:t>
            </a:r>
          </a:p>
          <a:p>
            <a:r>
              <a:t>16-QAM: alta eficiência, média robustez</a:t>
            </a:r>
          </a:p>
          <a:p>
            <a:r>
              <a:t>64-QAM: muito alta eficiência, baixa robustez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Gráficos de probabilidade de erro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BER: probabilidade de erro diminui com aumento de SNR.</a:t>
            </a:r>
          </a:p>
          <a:p>
            <a:r>
              <a:t>QPSK: mais robusta.</a:t>
            </a:r>
          </a:p>
          <a:p>
            <a:r>
              <a:t>64-QAM: mais eficiente, mas mais suscetível a erros.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Modulações em Sistemas Digitais de TV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ISDB-T: QPSK, 16-QAM e 64-QAM</a:t>
            </a:r>
          </a:p>
          <a:p>
            <a:r>
              <a:t>DVB-T: QPSK, 16-QAM, 64-QAM</a:t>
            </a:r>
          </a:p>
          <a:p>
            <a:r>
              <a:t>ATSC 3.0: OFDM com modulações até 4096-QAM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essas escolhas?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ISDB-T/DVB-T: Flexibilidade entre cobertura e capacidade.</a:t>
            </a:r>
          </a:p>
          <a:p>
            <a:r>
              <a:t>ATSC 3.0: Altíssima eficiência para transmissões UHD.</a:t>
            </a:r>
          </a:p>
          <a:p>
            <a:r>
              <a:t>OFDM: Resistência à interferência multipercurso.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Eficiência Espectral e Robustez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Eficiência Espectral: bits transmitidos por segundo por Hertz.</a:t>
            </a:r>
          </a:p>
          <a:p>
            <a:r>
              <a:t>Robustez: resistência a interferências e ruídos.</a:t>
            </a:r>
          </a:p>
          <a:p>
            <a:r>
              <a:t>Trade-off: modulações mais eficientes são menos robustas.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Considerações Finais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Evolução das técnicas de modulação possibilitou a TV digital.</a:t>
            </a:r>
          </a:p>
          <a:p>
            <a:r>
              <a:t>Flexibilidade essencial para adaptação a diferentes condições.</a:t>
            </a:r>
          </a:p>
          <a:p>
            <a:r>
              <a:t>Escolha depende do equilíbrio entre robustez e eficiência.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Livros sobre comunicações digitais</a:t>
            </a:r>
          </a:p>
          <a:p>
            <a:r>
              <a:t>Normas dos padrões ISDB-T, DVB-T e ATSC 3.0</a:t>
            </a:r>
          </a:p>
          <a:p>
            <a:r>
              <a:t>Artigos e publicações científicas sobre modulação.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Obrigado!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Apresentado por: Bruno Peixoto, José de Alencar, Samuel Bastos</a:t>
            </a:r>
          </a:p>
          <a:p>
            <a:r>
              <a:t>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